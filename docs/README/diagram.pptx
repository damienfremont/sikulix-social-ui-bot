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1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9999FF"/>
    <a:srgbClr val="FF99CC"/>
    <a:srgbClr val="FF33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6EFC-280F-4226-A86B-795CA61BECAE}" type="datetimeFigureOut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F302-1BCD-4D16-835D-232A915B8A2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6EFC-280F-4226-A86B-795CA61BECAE}" type="datetimeFigureOut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F302-1BCD-4D16-835D-232A915B8A2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6EFC-280F-4226-A86B-795CA61BECAE}" type="datetimeFigureOut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F302-1BCD-4D16-835D-232A915B8A2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6EFC-280F-4226-A86B-795CA61BECAE}" type="datetimeFigureOut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F302-1BCD-4D16-835D-232A915B8A2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6EFC-280F-4226-A86B-795CA61BECAE}" type="datetimeFigureOut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F302-1BCD-4D16-835D-232A915B8A2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6EFC-280F-4226-A86B-795CA61BECAE}" type="datetimeFigureOut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F302-1BCD-4D16-835D-232A915B8A2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6EFC-280F-4226-A86B-795CA61BECAE}" type="datetimeFigureOut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F302-1BCD-4D16-835D-232A915B8A2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6EFC-280F-4226-A86B-795CA61BECAE}" type="datetimeFigureOut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F302-1BCD-4D16-835D-232A915B8A2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6EFC-280F-4226-A86B-795CA61BECAE}" type="datetimeFigureOut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F302-1BCD-4D16-835D-232A915B8A2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6EFC-280F-4226-A86B-795CA61BECAE}" type="datetimeFigureOut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F302-1BCD-4D16-835D-232A915B8A2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56EFC-280F-4226-A86B-795CA61BECAE}" type="datetimeFigureOut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EF302-1BCD-4D16-835D-232A915B8A2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56EFC-280F-4226-A86B-795CA61BECAE}" type="datetimeFigureOut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EF302-1BCD-4D16-835D-232A915B8A2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9.png"/><Relationship Id="rId5" Type="http://schemas.openxmlformats.org/officeDocument/2006/relationships/image" Target="../media/image1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9.png"/><Relationship Id="rId7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1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0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21665" y="1295400"/>
            <a:ext cx="588935" cy="5486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30791" y="2057400"/>
            <a:ext cx="567030" cy="5486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31485" y="533400"/>
            <a:ext cx="565366" cy="5486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056575" y="5867400"/>
            <a:ext cx="505150" cy="5486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058456" y="5105400"/>
            <a:ext cx="500634" cy="5486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046074" y="2819400"/>
            <a:ext cx="530352" cy="5486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8036412" y="4343400"/>
            <a:ext cx="553540" cy="5486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41" name="Picture 17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054225" y="3581400"/>
            <a:ext cx="527266" cy="5486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42" name="Picture 18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810000" y="2590800"/>
            <a:ext cx="1283442" cy="12382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43" name="Picture 19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533400" y="228600"/>
            <a:ext cx="1228060" cy="12001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45" name="Picture 21" descr="https://pbs.twimg.com/profile_images/1791555566415851520/_q2J4o1w_400x400.jp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53200" y="609600"/>
            <a:ext cx="457200" cy="457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1" name="Picture 21" descr="https://pbs.twimg.com/profile_images/1791555566415851520/_q2J4o1w_400x400.jp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53200" y="1371600"/>
            <a:ext cx="457200" cy="457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2" name="Picture 21" descr="https://pbs.twimg.com/profile_images/1791555566415851520/_q2J4o1w_400x400.jp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53200" y="2133600"/>
            <a:ext cx="457200" cy="457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" name="Picture 21" descr="https://pbs.twimg.com/profile_images/1791555566415851520/_q2J4o1w_400x400.jp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53200" y="2895600"/>
            <a:ext cx="457200" cy="457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4" name="Picture 21" descr="https://pbs.twimg.com/profile_images/1791555566415851520/_q2J4o1w_400x400.jp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53200" y="3657600"/>
            <a:ext cx="457200" cy="457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5" name="Picture 21" descr="https://pbs.twimg.com/profile_images/1791555566415851520/_q2J4o1w_400x400.jp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53200" y="4419600"/>
            <a:ext cx="457200" cy="457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6" name="Picture 21" descr="https://pbs.twimg.com/profile_images/1791555566415851520/_q2J4o1w_400x400.jp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53200" y="5181600"/>
            <a:ext cx="457200" cy="457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7" name="Picture 21" descr="https://pbs.twimg.com/profile_images/1791555566415851520/_q2J4o1w_400x400.jp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53200" y="5943600"/>
            <a:ext cx="457200" cy="457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46" name="Picture 2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877620" y="228600"/>
            <a:ext cx="1092820" cy="1219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9" name="Flèche droite 38"/>
          <p:cNvSpPr/>
          <p:nvPr/>
        </p:nvSpPr>
        <p:spPr>
          <a:xfrm>
            <a:off x="5029200" y="533400"/>
            <a:ext cx="1371600" cy="533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Flèche droite 40"/>
          <p:cNvSpPr/>
          <p:nvPr/>
        </p:nvSpPr>
        <p:spPr>
          <a:xfrm rot="5400000">
            <a:off x="3810000" y="1752600"/>
            <a:ext cx="1143000" cy="533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ogner un rectangle à un seul coin 43"/>
          <p:cNvSpPr/>
          <p:nvPr/>
        </p:nvSpPr>
        <p:spPr>
          <a:xfrm>
            <a:off x="1371600" y="1219200"/>
            <a:ext cx="1447800" cy="838200"/>
          </a:xfrm>
          <a:prstGeom prst="snip1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smtClean="0">
                <a:solidFill>
                  <a:srgbClr val="00B050"/>
                </a:solidFill>
                <a:latin typeface="Consolas" pitchFamily="49" charset="0"/>
              </a:rPr>
              <a:t>#img-script.py</a:t>
            </a:r>
            <a:br>
              <a:rPr lang="en-US" sz="1200" b="1" dirty="0" smtClean="0">
                <a:solidFill>
                  <a:srgbClr val="00B050"/>
                </a:solidFill>
                <a:latin typeface="Consolas" pitchFamily="49" charset="0"/>
              </a:rPr>
            </a:br>
            <a:r>
              <a:rPr lang="en-US" sz="1200" b="1" dirty="0" smtClean="0">
                <a:solidFill>
                  <a:srgbClr val="00B050"/>
                </a:solidFill>
                <a:latin typeface="Consolas" pitchFamily="49" charset="0"/>
              </a:rPr>
              <a:t>TXT=‘blabla…’</a:t>
            </a:r>
          </a:p>
          <a:p>
            <a:r>
              <a:rPr lang="en-US" sz="1200" b="1" dirty="0" smtClean="0">
                <a:solidFill>
                  <a:srgbClr val="00B050"/>
                </a:solidFill>
                <a:latin typeface="Consolas" pitchFamily="49" charset="0"/>
              </a:rPr>
              <a:t>IMG=‘bla.jpg’</a:t>
            </a:r>
            <a:br>
              <a:rPr lang="en-US" sz="1200" b="1" dirty="0" smtClean="0">
                <a:solidFill>
                  <a:srgbClr val="00B050"/>
                </a:solidFill>
                <a:latin typeface="Consolas" pitchFamily="49" charset="0"/>
              </a:rPr>
            </a:br>
            <a:r>
              <a:rPr lang="en-US" sz="1200" b="1" dirty="0" smtClean="0">
                <a:solidFill>
                  <a:srgbClr val="00B050"/>
                </a:solidFill>
                <a:latin typeface="Consolas" pitchFamily="49" charset="0"/>
              </a:rPr>
              <a:t>…</a:t>
            </a:r>
            <a:endParaRPr lang="en-US" sz="1200" b="1" dirty="0">
              <a:solidFill>
                <a:srgbClr val="00B050"/>
              </a:solidFill>
              <a:latin typeface="Consolas" pitchFamily="49" charset="0"/>
            </a:endParaRPr>
          </a:p>
        </p:txBody>
      </p:sp>
      <p:sp>
        <p:nvSpPr>
          <p:cNvPr id="45" name="Flèche droite 44"/>
          <p:cNvSpPr/>
          <p:nvPr/>
        </p:nvSpPr>
        <p:spPr>
          <a:xfrm>
            <a:off x="1828800" y="533400"/>
            <a:ext cx="1981200" cy="533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" name="Picture 21" descr="https://pbs.twimg.com/profile_images/1791555566415851520/_q2J4o1w_400x400.jp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648200" y="3295650"/>
            <a:ext cx="1047750" cy="10477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7" name="Flèche droite 46"/>
          <p:cNvSpPr/>
          <p:nvPr/>
        </p:nvSpPr>
        <p:spPr>
          <a:xfrm>
            <a:off x="7239000" y="3581400"/>
            <a:ext cx="609600" cy="533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lèche droite 47"/>
          <p:cNvSpPr/>
          <p:nvPr/>
        </p:nvSpPr>
        <p:spPr>
          <a:xfrm>
            <a:off x="7239000" y="4343400"/>
            <a:ext cx="609600" cy="533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Flèche droite 48"/>
          <p:cNvSpPr/>
          <p:nvPr/>
        </p:nvSpPr>
        <p:spPr>
          <a:xfrm>
            <a:off x="7239000" y="5105400"/>
            <a:ext cx="609600" cy="533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Flèche droite 49"/>
          <p:cNvSpPr/>
          <p:nvPr/>
        </p:nvSpPr>
        <p:spPr>
          <a:xfrm>
            <a:off x="7239000" y="5867400"/>
            <a:ext cx="609600" cy="533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Flèche droite 52"/>
          <p:cNvSpPr/>
          <p:nvPr/>
        </p:nvSpPr>
        <p:spPr>
          <a:xfrm>
            <a:off x="7239000" y="533400"/>
            <a:ext cx="609600" cy="533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Flèche droite 53"/>
          <p:cNvSpPr/>
          <p:nvPr/>
        </p:nvSpPr>
        <p:spPr>
          <a:xfrm>
            <a:off x="7239000" y="1295400"/>
            <a:ext cx="609600" cy="533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Flèche droite 54"/>
          <p:cNvSpPr/>
          <p:nvPr/>
        </p:nvSpPr>
        <p:spPr>
          <a:xfrm>
            <a:off x="7239000" y="2057400"/>
            <a:ext cx="609600" cy="533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886200" y="3236913"/>
            <a:ext cx="491007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4" name="Flèche droite 33"/>
          <p:cNvSpPr/>
          <p:nvPr/>
        </p:nvSpPr>
        <p:spPr>
          <a:xfrm>
            <a:off x="7239000" y="2819400"/>
            <a:ext cx="609600" cy="533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7200" y="4550099"/>
            <a:ext cx="1828800" cy="185070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6" name="Rectangle 35"/>
          <p:cNvSpPr/>
          <p:nvPr/>
        </p:nvSpPr>
        <p:spPr>
          <a:xfrm>
            <a:off x="9296400" y="533400"/>
            <a:ext cx="609600" cy="609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S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296400" y="1295400"/>
            <a:ext cx="609600" cy="6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A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296400" y="2057400"/>
            <a:ext cx="609600" cy="609600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B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296400" y="4343400"/>
            <a:ext cx="609600" cy="609600"/>
          </a:xfrm>
          <a:prstGeom prst="rect">
            <a:avLst/>
          </a:prstGeom>
          <a:solidFill>
            <a:srgbClr val="99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E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9296400" y="5029200"/>
            <a:ext cx="609600" cy="1447800"/>
          </a:xfrm>
          <a:prstGeom prst="rect">
            <a:avLst/>
          </a:prstGeom>
          <a:solidFill>
            <a:srgbClr val="FF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F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296400" y="2819400"/>
            <a:ext cx="609600" cy="6096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C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9296400" y="3581400"/>
            <a:ext cx="6096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D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379493" y="6488668"/>
            <a:ext cx="4160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social-bot-@frimoussethecat-post-pics.py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1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0" y="2590800"/>
            <a:ext cx="1283442" cy="12382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2" name="Picture 1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228600"/>
            <a:ext cx="1228060" cy="12001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3" name="Picture 2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77620" y="228600"/>
            <a:ext cx="1092820" cy="1219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1" name="Flèche droite 50"/>
          <p:cNvSpPr/>
          <p:nvPr/>
        </p:nvSpPr>
        <p:spPr>
          <a:xfrm>
            <a:off x="5029200" y="533400"/>
            <a:ext cx="1371600" cy="533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lèche droite 51"/>
          <p:cNvSpPr/>
          <p:nvPr/>
        </p:nvSpPr>
        <p:spPr>
          <a:xfrm rot="5400000">
            <a:off x="3810000" y="1752600"/>
            <a:ext cx="1143000" cy="533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Flèche droite 55"/>
          <p:cNvSpPr/>
          <p:nvPr/>
        </p:nvSpPr>
        <p:spPr>
          <a:xfrm>
            <a:off x="1828800" y="533400"/>
            <a:ext cx="1981200" cy="533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7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021665" y="1295400"/>
            <a:ext cx="588935" cy="5486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3" name="Flèche droite 62"/>
          <p:cNvSpPr/>
          <p:nvPr/>
        </p:nvSpPr>
        <p:spPr>
          <a:xfrm>
            <a:off x="7239000" y="533400"/>
            <a:ext cx="609600" cy="533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Flèche droite 63"/>
          <p:cNvSpPr/>
          <p:nvPr/>
        </p:nvSpPr>
        <p:spPr>
          <a:xfrm>
            <a:off x="7239000" y="1295400"/>
            <a:ext cx="609600" cy="533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Flèche droite 64"/>
          <p:cNvSpPr/>
          <p:nvPr/>
        </p:nvSpPr>
        <p:spPr>
          <a:xfrm>
            <a:off x="7239000" y="2057400"/>
            <a:ext cx="609600" cy="533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ogner un rectangle à un seul coin 43"/>
          <p:cNvSpPr/>
          <p:nvPr/>
        </p:nvSpPr>
        <p:spPr>
          <a:xfrm>
            <a:off x="1371600" y="1219200"/>
            <a:ext cx="1447800" cy="838200"/>
          </a:xfrm>
          <a:prstGeom prst="snip1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smtClean="0">
                <a:solidFill>
                  <a:srgbClr val="00B050"/>
                </a:solidFill>
                <a:latin typeface="Consolas" pitchFamily="49" charset="0"/>
              </a:rPr>
              <a:t>#vid-script.py</a:t>
            </a:r>
            <a:br>
              <a:rPr lang="en-US" sz="1200" b="1" dirty="0" smtClean="0">
                <a:solidFill>
                  <a:srgbClr val="00B050"/>
                </a:solidFill>
                <a:latin typeface="Consolas" pitchFamily="49" charset="0"/>
              </a:rPr>
            </a:br>
            <a:r>
              <a:rPr lang="en-US" sz="1200" b="1" dirty="0" smtClean="0">
                <a:solidFill>
                  <a:srgbClr val="00B050"/>
                </a:solidFill>
                <a:latin typeface="Consolas" pitchFamily="49" charset="0"/>
              </a:rPr>
              <a:t>TXT=‘blabla…’</a:t>
            </a:r>
          </a:p>
          <a:p>
            <a:r>
              <a:rPr lang="en-US" sz="1200" b="1" dirty="0" smtClean="0">
                <a:solidFill>
                  <a:srgbClr val="00B050"/>
                </a:solidFill>
                <a:latin typeface="Consolas" pitchFamily="49" charset="0"/>
              </a:rPr>
              <a:t>IMG=‘bla.mp4’</a:t>
            </a:r>
            <a:br>
              <a:rPr lang="en-US" sz="1200" b="1" dirty="0" smtClean="0">
                <a:solidFill>
                  <a:srgbClr val="00B050"/>
                </a:solidFill>
                <a:latin typeface="Consolas" pitchFamily="49" charset="0"/>
              </a:rPr>
            </a:br>
            <a:r>
              <a:rPr lang="en-US" sz="1200" b="1" dirty="0" smtClean="0">
                <a:solidFill>
                  <a:srgbClr val="00B050"/>
                </a:solidFill>
                <a:latin typeface="Consolas" pitchFamily="49" charset="0"/>
              </a:rPr>
              <a:t>…</a:t>
            </a:r>
            <a:endParaRPr lang="en-US" sz="1200" b="1" dirty="0">
              <a:solidFill>
                <a:srgbClr val="00B050"/>
              </a:solidFill>
              <a:latin typeface="Consolas" pitchFamily="49" charset="0"/>
            </a:endParaRPr>
          </a:p>
        </p:txBody>
      </p:sp>
      <p:pic>
        <p:nvPicPr>
          <p:cNvPr id="70" name="Picture 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030791" y="2042160"/>
            <a:ext cx="567030" cy="5486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1" name="Flèche droite 70"/>
          <p:cNvSpPr/>
          <p:nvPr/>
        </p:nvSpPr>
        <p:spPr>
          <a:xfrm>
            <a:off x="7239000" y="2804160"/>
            <a:ext cx="609600" cy="533400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001001" y="518160"/>
            <a:ext cx="609599" cy="5486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8">
            <a:grayscl/>
          </a:blip>
          <a:srcRect/>
          <a:stretch>
            <a:fillRect/>
          </a:stretch>
        </p:blipFill>
        <p:spPr bwMode="auto">
          <a:xfrm>
            <a:off x="457200" y="4628771"/>
            <a:ext cx="1981200" cy="17720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9" cstate="print">
            <a:grayscl/>
          </a:blip>
          <a:stretch>
            <a:fillRect/>
          </a:stretch>
        </p:blipFill>
        <p:spPr bwMode="auto">
          <a:xfrm>
            <a:off x="3886200" y="3271531"/>
            <a:ext cx="457200" cy="462269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Rectangle 24"/>
          <p:cNvSpPr/>
          <p:nvPr/>
        </p:nvSpPr>
        <p:spPr>
          <a:xfrm>
            <a:off x="9296400" y="533400"/>
            <a:ext cx="609600" cy="609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S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296400" y="1295400"/>
            <a:ext cx="609600" cy="6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A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296400" y="2057400"/>
            <a:ext cx="609600" cy="609600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B</a:t>
            </a:r>
            <a:endParaRPr lang="en-US" sz="2000" b="1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001000" y="2819400"/>
            <a:ext cx="609600" cy="5486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9" name="Rectangle 38"/>
          <p:cNvSpPr/>
          <p:nvPr/>
        </p:nvSpPr>
        <p:spPr>
          <a:xfrm>
            <a:off x="9296400" y="2819400"/>
            <a:ext cx="609600" cy="609600"/>
          </a:xfrm>
          <a:prstGeom prst="rect">
            <a:avLst/>
          </a:prstGeom>
          <a:solidFill>
            <a:srgbClr val="FF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F</a:t>
            </a:r>
            <a:endParaRPr lang="en-US" sz="2000" b="1" dirty="0">
              <a:solidFill>
                <a:schemeClr val="tx1"/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648200" y="3429000"/>
            <a:ext cx="1219200" cy="86098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37960" y="1376785"/>
            <a:ext cx="548640" cy="38744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45" name="Picture 2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31286" y="614785"/>
            <a:ext cx="548640" cy="38744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46" name="Picture 2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31286" y="2138785"/>
            <a:ext cx="548640" cy="38744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47" name="Picture 2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31286" y="2900785"/>
            <a:ext cx="548640" cy="38744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48" name="Picture 8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 rot="2121903">
            <a:off x="-1220796" y="2702925"/>
            <a:ext cx="11698904" cy="161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0" name="Rectangle 49"/>
          <p:cNvSpPr/>
          <p:nvPr/>
        </p:nvSpPr>
        <p:spPr>
          <a:xfrm>
            <a:off x="2379493" y="6488668"/>
            <a:ext cx="41737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social-bot-@frimoussethecat-post-vids.py</a:t>
            </a:r>
            <a:endParaRPr 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1306286"/>
            <a:ext cx="304800" cy="52251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3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544286"/>
            <a:ext cx="304800" cy="52251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40" name="Picture 1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0" y="2590800"/>
            <a:ext cx="1283442" cy="12382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2" name="Picture 1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228600"/>
            <a:ext cx="1228060" cy="12001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3" name="Picture 2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877620" y="228600"/>
            <a:ext cx="1092820" cy="1219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1" name="Flèche droite 50"/>
          <p:cNvSpPr/>
          <p:nvPr/>
        </p:nvSpPr>
        <p:spPr>
          <a:xfrm>
            <a:off x="5029200" y="533400"/>
            <a:ext cx="1371600" cy="533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lèche droite 51"/>
          <p:cNvSpPr/>
          <p:nvPr/>
        </p:nvSpPr>
        <p:spPr>
          <a:xfrm rot="5400000">
            <a:off x="3810000" y="1752600"/>
            <a:ext cx="1143000" cy="533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Flèche droite 55"/>
          <p:cNvSpPr/>
          <p:nvPr/>
        </p:nvSpPr>
        <p:spPr>
          <a:xfrm>
            <a:off x="1828800" y="533400"/>
            <a:ext cx="1981200" cy="5334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Flèche droite 62"/>
          <p:cNvSpPr/>
          <p:nvPr/>
        </p:nvSpPr>
        <p:spPr>
          <a:xfrm>
            <a:off x="7239000" y="533400"/>
            <a:ext cx="609600" cy="533400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Flèche droite 63"/>
          <p:cNvSpPr/>
          <p:nvPr/>
        </p:nvSpPr>
        <p:spPr>
          <a:xfrm>
            <a:off x="7239000" y="1295400"/>
            <a:ext cx="609600" cy="533400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24400" y="3200400"/>
            <a:ext cx="838200" cy="143691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44" name="Rogner un rectangle à un seul coin 43"/>
          <p:cNvSpPr/>
          <p:nvPr/>
        </p:nvSpPr>
        <p:spPr>
          <a:xfrm>
            <a:off x="1371600" y="1219200"/>
            <a:ext cx="1447800" cy="838200"/>
          </a:xfrm>
          <a:prstGeom prst="snip1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smtClean="0">
                <a:solidFill>
                  <a:srgbClr val="00B050"/>
                </a:solidFill>
                <a:latin typeface="Consolas" pitchFamily="49" charset="0"/>
              </a:rPr>
              <a:t>#sho-script.py</a:t>
            </a:r>
            <a:br>
              <a:rPr lang="en-US" sz="1200" b="1" dirty="0" smtClean="0">
                <a:solidFill>
                  <a:srgbClr val="00B050"/>
                </a:solidFill>
                <a:latin typeface="Consolas" pitchFamily="49" charset="0"/>
              </a:rPr>
            </a:br>
            <a:r>
              <a:rPr lang="en-US" sz="1200" b="1" dirty="0" smtClean="0">
                <a:solidFill>
                  <a:srgbClr val="00B050"/>
                </a:solidFill>
                <a:latin typeface="Consolas" pitchFamily="49" charset="0"/>
              </a:rPr>
              <a:t>TXT=‘blabla…’</a:t>
            </a:r>
          </a:p>
          <a:p>
            <a:r>
              <a:rPr lang="en-US" sz="1200" b="1" dirty="0" smtClean="0">
                <a:solidFill>
                  <a:srgbClr val="00B050"/>
                </a:solidFill>
                <a:latin typeface="Consolas" pitchFamily="49" charset="0"/>
              </a:rPr>
              <a:t>IMG=‘bla.mp4’</a:t>
            </a:r>
            <a:br>
              <a:rPr lang="en-US" sz="1200" b="1" dirty="0" smtClean="0">
                <a:solidFill>
                  <a:srgbClr val="00B050"/>
                </a:solidFill>
                <a:latin typeface="Consolas" pitchFamily="49" charset="0"/>
              </a:rPr>
            </a:br>
            <a:r>
              <a:rPr lang="en-US" sz="1200" b="1" dirty="0" smtClean="0">
                <a:solidFill>
                  <a:srgbClr val="00B050"/>
                </a:solidFill>
                <a:latin typeface="Consolas" pitchFamily="49" charset="0"/>
              </a:rPr>
              <a:t>…</a:t>
            </a:r>
            <a:endParaRPr lang="en-US" sz="1200" b="1" dirty="0">
              <a:solidFill>
                <a:srgbClr val="00B050"/>
              </a:solidFill>
              <a:latin typeface="Consolas" pitchFamily="49" charset="0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001000" y="1264920"/>
            <a:ext cx="605945" cy="6400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001001" y="518160"/>
            <a:ext cx="609599" cy="5486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57201" y="4628771"/>
            <a:ext cx="1066799" cy="17720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10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auto">
          <a:xfrm>
            <a:off x="3886200" y="3271531"/>
            <a:ext cx="457200" cy="462269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Rectangle 24"/>
          <p:cNvSpPr/>
          <p:nvPr/>
        </p:nvSpPr>
        <p:spPr>
          <a:xfrm>
            <a:off x="9296400" y="533400"/>
            <a:ext cx="609600" cy="609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S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296400" y="1295400"/>
            <a:ext cx="609600" cy="6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A</a:t>
            </a:r>
            <a:endParaRPr lang="en-US" sz="2000" b="1" dirty="0">
              <a:solidFill>
                <a:schemeClr val="tx1"/>
              </a:solidFill>
            </a:endParaRPr>
          </a:p>
        </p:txBody>
      </p:sp>
      <p:pic>
        <p:nvPicPr>
          <p:cNvPr id="45" name="Picture 8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 rot="2121903">
            <a:off x="-1220796" y="2702925"/>
            <a:ext cx="11698904" cy="161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6" name="Rectangle 45"/>
          <p:cNvSpPr/>
          <p:nvPr/>
        </p:nvSpPr>
        <p:spPr>
          <a:xfrm>
            <a:off x="2379493" y="6488668"/>
            <a:ext cx="44766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social-bot-@frimoussethecat-post-shorts.py</a:t>
            </a:r>
            <a:endParaRPr 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316873" y="2686504"/>
            <a:ext cx="8435340" cy="348569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smtClean="0">
                <a:solidFill>
                  <a:schemeClr val="tx1"/>
                </a:solidFill>
              </a:rPr>
              <a:t>/platform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6873" y="1371600"/>
            <a:ext cx="8435340" cy="132089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smtClean="0">
                <a:solidFill>
                  <a:schemeClr val="tx1"/>
                </a:solidFill>
              </a:rPr>
              <a:t>/standalone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" y="274320"/>
            <a:ext cx="8435340" cy="109728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smtClean="0">
                <a:solidFill>
                  <a:schemeClr val="tx1"/>
                </a:solidFill>
              </a:rPr>
              <a:t>/runtime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50132" y="1752600"/>
            <a:ext cx="1931268" cy="73291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social-bot-…-post-pics.py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76400" y="457200"/>
            <a:ext cx="6553200" cy="73152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SikulixIDE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18761" y="6160653"/>
            <a:ext cx="3965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Components Diagram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09599" y="4800600"/>
            <a:ext cx="7924801" cy="114300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smtClean="0">
                <a:solidFill>
                  <a:schemeClr val="tx1"/>
                </a:solidFill>
              </a:rPr>
              <a:t>/ platform/*.sikuli/*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196780" y="5257800"/>
            <a:ext cx="1689420" cy="47183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win-run-btn.png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648200" y="2971800"/>
            <a:ext cx="1371600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tw-post-pic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974232" y="1752600"/>
            <a:ext cx="1931268" cy="73291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social-bot-…-post-vids.py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98332" y="1752600"/>
            <a:ext cx="1931268" cy="73291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social-bot-…-post-shorts.py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76400" y="3825240"/>
            <a:ext cx="1341120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file-upload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172200" y="3825240"/>
            <a:ext cx="1318260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fb-post-vid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676400" y="2971800"/>
            <a:ext cx="1341120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app-start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172200" y="2971800"/>
            <a:ext cx="1318260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fb-post-pic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648200" y="3825240"/>
            <a:ext cx="1371600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tw-post-vid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124200" y="2971800"/>
            <a:ext cx="1371600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insta-post-pic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597140" y="2971800"/>
            <a:ext cx="632460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…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597140" y="3810000"/>
            <a:ext cx="632460" cy="731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…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4" name="Flèche vers le bas 53"/>
          <p:cNvSpPr/>
          <p:nvPr/>
        </p:nvSpPr>
        <p:spPr>
          <a:xfrm>
            <a:off x="4648200" y="1219200"/>
            <a:ext cx="381000" cy="3048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5" name="Flèche vers le bas 54"/>
          <p:cNvSpPr/>
          <p:nvPr/>
        </p:nvSpPr>
        <p:spPr>
          <a:xfrm>
            <a:off x="4648200" y="2514600"/>
            <a:ext cx="381000" cy="3048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6" name="Flèche vers le bas 55"/>
          <p:cNvSpPr/>
          <p:nvPr/>
        </p:nvSpPr>
        <p:spPr>
          <a:xfrm>
            <a:off x="4648200" y="4648200"/>
            <a:ext cx="381000" cy="3048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025580" y="5257800"/>
            <a:ext cx="1689420" cy="47183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fb-post-btn.png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791200" y="5257800"/>
            <a:ext cx="1689420" cy="47183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tw-post-btn.png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620000" y="5257800"/>
            <a:ext cx="622620" cy="47183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…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62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97</Words>
  <Application>Microsoft Office PowerPoint</Application>
  <PresentationFormat>On-screen Show (4:3)</PresentationFormat>
  <Paragraphs>44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Consolas</vt:lpstr>
      <vt:lpstr>Thème Office</vt:lpstr>
      <vt:lpstr>PowerPoint Presentation</vt:lpstr>
      <vt:lpstr>PowerPoint Presentation</vt:lpstr>
      <vt:lpstr>PowerPoint Presentation</vt:lpstr>
      <vt:lpstr>PowerPoint Presentation</vt:lpstr>
    </vt:vector>
  </TitlesOfParts>
  <Company>ReviOS 10 24.06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DF</dc:creator>
  <cp:lastModifiedBy>damien</cp:lastModifiedBy>
  <cp:revision>30</cp:revision>
  <dcterms:created xsi:type="dcterms:W3CDTF">2024-07-28T19:32:34Z</dcterms:created>
  <dcterms:modified xsi:type="dcterms:W3CDTF">2026-04-06T18:47:44Z</dcterms:modified>
</cp:coreProperties>
</file>